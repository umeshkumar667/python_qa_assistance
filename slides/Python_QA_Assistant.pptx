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Q&amp;A Assistant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Stack Overflow RAG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Vidhya  ·  AI Engineer Assessment  · 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LangChain  ·  FAISS  ·  OpenAI  ·  Stack Overflow Dataset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learners need fast,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Python answers — but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hallucinate and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grounded context.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Hallucinated code snippets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traceable sources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domain specificity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 grounded in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50 000+ real Stack Overflow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Q&amp;A pairs — answers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cite their sources.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Source-grounded answers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REST interface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Production-ready &amp; deployable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960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8686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31720" y="960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text-embed-3-small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8686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565C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960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8686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960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Claude Haiku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1645920"/>
            <a:ext cx="2743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645920"/>
            <a:ext cx="2743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645920"/>
            <a:ext cx="2743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-77724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Grounded answer + sources returned to user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Ingestion Pipeline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749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+Answers.csv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416052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93392" y="36576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39112" y="3749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+Join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6432" y="416052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36576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58184" y="3749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(1 000 tok)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75504" y="416052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36576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77256" y="3749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94576" y="416052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36576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96328" y="3749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Ingestion Strategy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8961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— Python Questions &amp; Answers (Kaggle)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65760" y="15087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590K+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14600" y="15087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1460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51460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66344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12280" y="15087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1228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~140K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1228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Steps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Questions.csv + Answers.csv; join on question ID (best-score answer).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Strip HTML tags (BeautifulSoup) and combine title + question + answer.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Chunk with RecursiveCharacterTextSplitter (1 000 tok, 150 overlap).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Embed chunks via text-embedding-3-small → build FAISS flat index.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Persist index to disk (data/vectorstore/); loaded once at API startup.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Key Design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cosine similarity search (top-k=5 default).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Text-embedding-3-small: 1 536-dim, $0.02/M tokens — excellent cost/quality balance.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9718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546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3657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gpt-4o-mini: fast, cheap, strong instruction following.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enforces context-only answering — no hallucination.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9144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93776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'Answer using ONLY provided context.  If unsure, say so.'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block contains top-k chunks with titles; model cites implicitly.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9718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Flexibility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937760" y="3657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LLM_PROVIDER env var switches between OpenAI and Anthropic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code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FastAPI Design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463040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600200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22C55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002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2588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Health-check: returns status, model name, vectorstore_loaded flag.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load-balancers and monitoring systems.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805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—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80560" y="2103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{ "status": "ok", "model": "gpt-4o-mini", "vectorstore_loaded": true }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246120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383280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383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25880" y="3410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38130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Q&amp;A endpoint. Accepts question + top_k. Returns grounded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 chunks and latency metrics.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8056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{ "question": "How to read CSV?", "top_k": 5 }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80560" y="3886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{ "answer": "...", "sources": [...], "retrieval_ms": 32, "generation_ms": 1100 }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Pydantic v2 validation   ✓  async/await throughout   ✓  OpenAPI / Swagger UI at /docs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queries passed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8229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80360" y="914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88036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observed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8229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914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ms retrieval  |  ~1 100 ms generation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end-to-end: ~1 500 ms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8412480" cy="256032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I read a CSV with pandas?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Correct +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list comprehensions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Accurate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try-except exception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*args and **kwargs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Correct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decorators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Accurate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Out-of-domain question (cooking)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Graceful refusal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 (low → refused)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107899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0789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Free Tier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to GitHub → New Web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uvicorn app.main:app --host 0.0.0.0 --port $PORT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Persistent Disk at /app/data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51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0789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railway login &amp;&amp; railway 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railway 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env vars in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volume for vectorstore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0" y="318211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31821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SDK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Space → Docker SDK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repo (Dockerfile included)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secrets: OPENAI_API_KEY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 index via Space storage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(local/VPS)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318211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1821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# fill API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ingestion inside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port 8000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100+ Concurrent Users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Workers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57276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--workers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Gunicorn + Uvicorn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behind Nginx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9144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5156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37560" y="157276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 use await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threads.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concurrency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80760" y="9144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217920" y="157276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FAISS → Pinecone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Qdrant for horizontal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scaling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9260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Cache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(question_hash → answer)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= 24 h, ~80% hit rate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00400" y="29260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06324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4048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337560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/ ARQ for long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tasks.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for streaming answers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80760" y="29260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203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6324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2084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217920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(OTel)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875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(LangChain + FAISS + OpenAI)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3560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with POST /ask + GET /health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11096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19385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50 000-question Stack Overflow index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86584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960" y="24140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validation + async throughout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862072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2960" y="28895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(unit + integration)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337560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2960" y="33649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 + multi-platform deploy guide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813048"/>
            <a:ext cx="320040" cy="32004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22960" y="3840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 with architecture + scaling plan</a:t>
            </a:r>
            <a:endParaRPr lang="en-US" sz="1300" dirty="0"/>
          </a:p>
        </p:txBody>
      </p:sp>
      <p:sp>
        <p:nvSpPr>
          <p:cNvPr id="18" name="Shape 9"/>
          <p:cNvSpPr/>
          <p:nvPr/>
        </p:nvSpPr>
        <p:spPr>
          <a:xfrm>
            <a:off x="6035040" y="91440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0"/>
          <p:cNvSpPr/>
          <p:nvPr/>
        </p:nvSpPr>
        <p:spPr>
          <a:xfrm>
            <a:off x="603504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0" name="Text 11"/>
          <p:cNvSpPr/>
          <p:nvPr/>
        </p:nvSpPr>
        <p:spPr>
          <a:xfrm>
            <a:off x="61264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Streaming SSE responses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612648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Hybrid BM25 + vector search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Reranking (Cohere / BGE)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6126480" y="3337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Conversation memory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1264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Cost &amp; quality A/B testing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github.com/your-username/python-qa-assistant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Q&amp;A Assistant — Analytics Vidhya</dc:title>
  <dc:subject>PptxGenJS Presentation</dc:subject>
  <dc:creator>PptxGenJS</dc:creator>
  <cp:lastModifiedBy>PptxGenJS</cp:lastModifiedBy>
  <cp:revision>1</cp:revision>
  <dcterms:created xsi:type="dcterms:W3CDTF">2026-06-11T11:29:07Z</dcterms:created>
  <dcterms:modified xsi:type="dcterms:W3CDTF">2026-06-11T11:29:07Z</dcterms:modified>
</cp:coreProperties>
</file>